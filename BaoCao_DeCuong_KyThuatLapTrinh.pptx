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79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5E0E80-7C6E-46C7-8FAD-53C67018FBDD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2D598-EDBE-45D9-BEC7-F8374F3CC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6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32D598-EDBE-45D9-BEC7-F8374F3CC3B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3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960000" y="3085400"/>
            <a:ext cx="6756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1963000"/>
            <a:ext cx="12192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960000" y="4207800"/>
            <a:ext cx="6756800" cy="6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877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13/01/2026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346" y="1252084"/>
            <a:ext cx="1684627" cy="16846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319943"/>
            <a:ext cx="9144000" cy="523220"/>
          </a:xfrm>
          <a:prstGeom prst="rect">
            <a:avLst/>
          </a:prstGeo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spAutoFit/>
          </a:bodyPr>
          <a:lstStyle>
            <a:lvl1pPr algn="ctr">
              <a:spcBef>
                <a:spcPct val="0"/>
              </a:spcBef>
              <a:buNone/>
              <a:defRPr sz="2800" b="1"/>
            </a:lvl1pPr>
          </a:lstStyle>
          <a:p>
            <a:r>
              <a:rPr lang="en-US"/>
              <a:t>TRƯỜNG CAO ĐẲNG CÔNG NGHỆ VÀ QUẢN TRỊ SONADEZI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2327" y="3161578"/>
            <a:ext cx="6556663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/>
              <a:t>BÁO CÁO ĐỀ </a:t>
            </a:r>
            <a:r>
              <a:rPr lang="en-US" sz="2400" b="1" smtClean="0"/>
              <a:t>CƯƠNG </a:t>
            </a:r>
            <a:r>
              <a:rPr lang="en-US" sz="2400" b="1"/>
              <a:t>KHOA HỌC CẤP TRƯỜNG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8236" y="3913028"/>
            <a:ext cx="7536330" cy="70788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>
                <a:ln/>
                <a:solidFill>
                  <a:schemeClr val="accent3"/>
                </a:solidFill>
              </a:rPr>
              <a:t>TÊN ĐỀ TÀI: BIÊN SOẠN GIÁO </a:t>
            </a:r>
            <a:r>
              <a:rPr lang="en-US" sz="2000" b="1" smtClean="0">
                <a:ln/>
                <a:solidFill>
                  <a:schemeClr val="accent3"/>
                </a:solidFill>
              </a:rPr>
              <a:t>TRÌNH</a:t>
            </a:r>
          </a:p>
          <a:p>
            <a:pPr algn="ctr"/>
            <a:r>
              <a:rPr lang="en-US" sz="2000" b="1" smtClean="0">
                <a:ln/>
                <a:solidFill>
                  <a:schemeClr val="accent3"/>
                </a:solidFill>
              </a:rPr>
              <a:t>MÔN HỌC KỸ </a:t>
            </a:r>
            <a:r>
              <a:rPr lang="en-US" sz="2000" b="1">
                <a:ln/>
                <a:solidFill>
                  <a:schemeClr val="accent3"/>
                </a:solidFill>
              </a:rPr>
              <a:t>THUẬT LẬP TRÌNH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994" y="4933057"/>
            <a:ext cx="3859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CHỦ </a:t>
            </a:r>
            <a:r>
              <a:rPr lang="en-US" sz="2400" b="1" smtClean="0"/>
              <a:t>BIÊN: </a:t>
            </a:r>
            <a:r>
              <a:rPr lang="en-US" sz="2400" b="1"/>
              <a:t>VĂN BÁ TRÍ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5623422"/>
            <a:ext cx="9144000" cy="523220"/>
          </a:xfrm>
          <a:prstGeom prst="rect">
            <a:avLst/>
          </a:prstGeo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/>
              <a:t>https://sonadezi.edu.vn</a:t>
            </a:r>
          </a:p>
        </p:txBody>
      </p:sp>
    </p:spTree>
    <p:extLst>
      <p:ext uri="{BB962C8B-B14F-4D97-AF65-F5344CB8AC3E}">
        <p14:creationId xmlns:p14="http://schemas.microsoft.com/office/powerpoint/2010/main" val="1220271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70014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1. TỔNG QUAN ĐỀ TÀI</a:t>
            </a:r>
            <a:endParaRPr lang="en-US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 smtClean="0"/>
              <a:t>Môn </a:t>
            </a:r>
            <a:r>
              <a:rPr sz="4000"/>
              <a:t>học cơ sở ngành CNTT (3 tín chỉ – 60 tiết)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 smtClean="0"/>
              <a:t>Trang </a:t>
            </a:r>
            <a:r>
              <a:rPr sz="4000"/>
              <a:t>bị nền tảng lập trình C/C++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 smtClean="0"/>
              <a:t>Phù </a:t>
            </a:r>
            <a:r>
              <a:rPr sz="4000"/>
              <a:t>hợp sinh viên Cao đẳng nghề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 smtClean="0"/>
              <a:t>Đáp </a:t>
            </a:r>
            <a:r>
              <a:rPr sz="4000"/>
              <a:t>ứng yêu cầu đổi mới đào tạo theo năng lực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2800" b="1" smtClean="0"/>
              <a:t>2. SỰ CẦN THIẾT BIÊN SOẠN</a:t>
            </a:r>
            <a:endParaRPr 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Giáo trình hiện hành thiên về Đại học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Chưa phù hợp thực hành nghề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Cần tài liệu dễ hiểu – ứng dụng cao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Chuẩn hóa học liệu của Khoa CNTT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spAutoFit/>
          </a:bodyPr>
          <a:lstStyle/>
          <a:p>
            <a:r>
              <a:rPr lang="en-US" sz="2800" b="1" smtClean="0"/>
              <a:t>3. MỤC TIÊU CHUNG</a:t>
            </a:r>
            <a:endParaRPr 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Hiểu lập trình có cấu trúc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Hình thành tư duy thuật toán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Vận dụng giải quyết bài toán thực tiễn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Nền tảng cho môn học nâng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4. MỤC TIÊU CỤ THỂ – KIẾN THỨC</a:t>
            </a:r>
            <a:endParaRPr lang="en-US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Khái niệm chương trình, thuật toán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Kiểu dữ liệu, toán tử, câu lệnh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Hàm, mảng, chuỗi, cấu trúc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Con trỏ và xử lý lỗi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5. MỤC TIÊU CỤ THỂ – KỸ NĂNG</a:t>
            </a:r>
            <a:endParaRPr lang="en-US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Viết chương trình C++ cơ bản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Sử dụng IDE thành thạo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Thiết kế chương trình có cấu trúc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Tự học và mở rộng ứng dụng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6. NĂNG LỰC TỰ CHỦ – TRÁCH NHIỆM</a:t>
            </a:r>
            <a:endParaRPr lang="en-US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Ý thức tự học, cập nhật công nghệ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Tác phong khoa học, chính xác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Tuân thủ đạo đức nghề CNTT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Kỹ năng làm việc nhóm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7. KHẢ NĂNG ỨNG DỤNG</a:t>
            </a:r>
            <a:endParaRPr lang="en-US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Tài liệu chính thức giảng dạy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Học tập – thực hành – đánh giá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Nền tảng môn học chuyên ngành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Ứng dụng trong nghề nghiệp CNTT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8. TIẾN ĐỘ THỰC HIỆN</a:t>
            </a:r>
            <a:endParaRPr lang="en-US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10/2025: Xây dựng đề cương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01–02/2026: Biên soạn nội dung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03/2026: Hiệu đính – nghiệm thu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05/2026: Nghiệm thu cấp Trường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9. PHƯƠNG PHÁP NGHIÊN CỨU</a:t>
            </a:r>
            <a:endParaRPr lang="vi-VN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Thu thập – tổng hợp tài liệu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Phân tích – so sánh – chọn lọc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Biên soạn gắn lý thuyết – thực hành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Hiệu chỉnh theo phản hồi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vi-VN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10. NỘI DUNG CHƯƠNG TRÌNH</a:t>
            </a:r>
            <a:endParaRPr lang="vi-VN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8 chương – 60 tiết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Lý thuyết: 28 tiết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Thực hành: 30 tiết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Kiểm tra: 2 tiết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11. KẾT LUẬN</a:t>
            </a:r>
            <a:endParaRPr lang="en-US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Giáo trình phù hợp CĐ nghề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Nâng cao chất lượng đào tạo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Chuẩn hóa học liệu CNTT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sz="4000"/>
              <a:t>Góp phần phát triển năng lực SV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528"/>
            <a:ext cx="10972800" cy="523220"/>
          </a:xfrm>
        </p:spPr>
        <p:style>
          <a:lnRef idx="1">
            <a:schemeClr val="dk1"/>
          </a:lnRef>
          <a:fillRef idx="1003">
            <a:schemeClr val="dk2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12. CẢM ƠN</a:t>
            </a:r>
            <a:endParaRPr lang="en-US" sz="2800" b="1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2703287"/>
            <a:ext cx="10972800" cy="736599"/>
          </a:xfrm>
        </p:spPr>
        <p:txBody>
          <a:bodyPr/>
          <a:lstStyle/>
          <a:p>
            <a:pPr marL="0" indent="0" algn="ctr">
              <a:buNone/>
            </a:pPr>
            <a:r>
              <a:rPr lang="en-US" b="1" smtClean="0"/>
              <a:t>XIN CHÂN THÀNH CẢM ƠN HỘI ĐỒNG !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429</Words>
  <Application>Microsoft Office PowerPoint</Application>
  <PresentationFormat>Widescreen</PresentationFormat>
  <Paragraphs>64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1. TỔNG QUAN ĐỀ TÀI</vt:lpstr>
      <vt:lpstr>2. SỰ CẦN THIẾT BIÊN SOẠN</vt:lpstr>
      <vt:lpstr>3. MỤC TIÊU CHUNG</vt:lpstr>
      <vt:lpstr>4. MỤC TIÊU CỤ THỂ – KIẾN THỨC</vt:lpstr>
      <vt:lpstr>5. MỤC TIÊU CỤ THỂ – KỸ NĂNG</vt:lpstr>
      <vt:lpstr>6. NĂNG LỰC TỰ CHỦ – TRÁCH NHIỆM</vt:lpstr>
      <vt:lpstr>7. KHẢ NĂNG ỨNG DỤNG</vt:lpstr>
      <vt:lpstr>8. TIẾN ĐỘ THỰC HIỆN</vt:lpstr>
      <vt:lpstr>9. PHƯƠNG PHÁP NGHIÊN CỨU</vt:lpstr>
      <vt:lpstr>10. NỘI DUNG CHƯƠNG TRÌNH</vt:lpstr>
      <vt:lpstr>11. KẾT LUẬN</vt:lpstr>
      <vt:lpstr>12. CẢM ƠN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CƯƠNG BIÊN SOẠN GIÁO TRÌNH KỸ THUẬT LẬP TRÌNH</dc:title>
  <dc:subject/>
  <dc:creator>Admin</dc:creator>
  <cp:keywords/>
  <dc:description>generated using python-pptx</dc:description>
  <cp:lastModifiedBy>Admin</cp:lastModifiedBy>
  <cp:revision>10</cp:revision>
  <dcterms:created xsi:type="dcterms:W3CDTF">2013-01-27T09:14:16Z</dcterms:created>
  <dcterms:modified xsi:type="dcterms:W3CDTF">2026-01-13T06:35:25Z</dcterms:modified>
  <cp:category/>
</cp:coreProperties>
</file>